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797FA3-5077-4C12-938D-DFC2BEC19847}" v="59" dt="2025-12-28T13:55:48.3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erthana M" userId="92ed1cb7dae26ef8" providerId="LiveId" clId="{5D622174-1512-44C6-995B-2092B6E6CAED}"/>
    <pc:docChg chg="undo redo custSel addSld modSld">
      <pc:chgData name="Keerthana M" userId="92ed1cb7dae26ef8" providerId="LiveId" clId="{5D622174-1512-44C6-995B-2092B6E6CAED}" dt="2025-12-28T13:56:21.096" v="122" actId="1076"/>
      <pc:docMkLst>
        <pc:docMk/>
      </pc:docMkLst>
      <pc:sldChg chg="delSp modSp mod">
        <pc:chgData name="Keerthana M" userId="92ed1cb7dae26ef8" providerId="LiveId" clId="{5D622174-1512-44C6-995B-2092B6E6CAED}" dt="2025-12-28T13:55:45.607" v="115" actId="21"/>
        <pc:sldMkLst>
          <pc:docMk/>
          <pc:sldMk cId="2926368242" sldId="256"/>
        </pc:sldMkLst>
        <pc:spChg chg="mod">
          <ac:chgData name="Keerthana M" userId="92ed1cb7dae26ef8" providerId="LiveId" clId="{5D622174-1512-44C6-995B-2092B6E6CAED}" dt="2025-12-28T13:25:11.763" v="1" actId="120"/>
          <ac:spMkLst>
            <pc:docMk/>
            <pc:sldMk cId="2926368242" sldId="256"/>
            <ac:spMk id="3" creationId="{361E58B2-3D35-E9AB-7562-8CB51ECF50AC}"/>
          </ac:spMkLst>
        </pc:spChg>
        <pc:spChg chg="del">
          <ac:chgData name="Keerthana M" userId="92ed1cb7dae26ef8" providerId="LiveId" clId="{5D622174-1512-44C6-995B-2092B6E6CAED}" dt="2025-12-28T13:55:45.607" v="115" actId="21"/>
          <ac:spMkLst>
            <pc:docMk/>
            <pc:sldMk cId="2926368242" sldId="256"/>
            <ac:spMk id="6" creationId="{3C62FB06-B70E-131E-90AD-A9C24FE17F21}"/>
          </ac:spMkLst>
        </pc:spChg>
      </pc:sldChg>
      <pc:sldChg chg="addSp delSp modSp mod">
        <pc:chgData name="Keerthana M" userId="92ed1cb7dae26ef8" providerId="LiveId" clId="{5D622174-1512-44C6-995B-2092B6E6CAED}" dt="2025-12-28T13:29:42.436" v="49" actId="12"/>
        <pc:sldMkLst>
          <pc:docMk/>
          <pc:sldMk cId="2422060477" sldId="257"/>
        </pc:sldMkLst>
        <pc:spChg chg="add mod">
          <ac:chgData name="Keerthana M" userId="92ed1cb7dae26ef8" providerId="LiveId" clId="{5D622174-1512-44C6-995B-2092B6E6CAED}" dt="2025-12-28T13:28:58.648" v="43" actId="20577"/>
          <ac:spMkLst>
            <pc:docMk/>
            <pc:sldMk cId="2422060477" sldId="257"/>
            <ac:spMk id="6" creationId="{903565B8-8C1C-6AE4-F69A-FE38BED9922A}"/>
          </ac:spMkLst>
        </pc:spChg>
        <pc:spChg chg="add mod">
          <ac:chgData name="Keerthana M" userId="92ed1cb7dae26ef8" providerId="LiveId" clId="{5D622174-1512-44C6-995B-2092B6E6CAED}" dt="2025-12-28T13:29:42.436" v="49" actId="12"/>
          <ac:spMkLst>
            <pc:docMk/>
            <pc:sldMk cId="2422060477" sldId="257"/>
            <ac:spMk id="7" creationId="{45AFDDE1-E86D-6C09-DC9E-274360C162EC}"/>
          </ac:spMkLst>
        </pc:spChg>
        <pc:picChg chg="del">
          <ac:chgData name="Keerthana M" userId="92ed1cb7dae26ef8" providerId="LiveId" clId="{5D622174-1512-44C6-995B-2092B6E6CAED}" dt="2025-12-28T13:25:35.788" v="2" actId="21"/>
          <ac:picMkLst>
            <pc:docMk/>
            <pc:sldMk cId="2422060477" sldId="257"/>
            <ac:picMk id="4" creationId="{1A596477-B89A-7083-1D4C-BB94DA652ED3}"/>
          </ac:picMkLst>
        </pc:picChg>
        <pc:picChg chg="del">
          <ac:chgData name="Keerthana M" userId="92ed1cb7dae26ef8" providerId="LiveId" clId="{5D622174-1512-44C6-995B-2092B6E6CAED}" dt="2025-12-28T13:25:35.788" v="2" actId="21"/>
          <ac:picMkLst>
            <pc:docMk/>
            <pc:sldMk cId="2422060477" sldId="257"/>
            <ac:picMk id="5" creationId="{90E96255-2A1B-2D93-3C2C-4AA4B27D05D6}"/>
          </ac:picMkLst>
        </pc:picChg>
        <pc:picChg chg="mod">
          <ac:chgData name="Keerthana M" userId="92ed1cb7dae26ef8" providerId="LiveId" clId="{5D622174-1512-44C6-995B-2092B6E6CAED}" dt="2025-12-28T13:27:24.440" v="33" actId="14100"/>
          <ac:picMkLst>
            <pc:docMk/>
            <pc:sldMk cId="2422060477" sldId="257"/>
            <ac:picMk id="1026" creationId="{414805E3-078A-7130-0C23-49AA05537B0B}"/>
          </ac:picMkLst>
        </pc:picChg>
        <pc:picChg chg="mod">
          <ac:chgData name="Keerthana M" userId="92ed1cb7dae26ef8" providerId="LiveId" clId="{5D622174-1512-44C6-995B-2092B6E6CAED}" dt="2025-12-28T13:29:25.140" v="46" actId="1076"/>
          <ac:picMkLst>
            <pc:docMk/>
            <pc:sldMk cId="2422060477" sldId="257"/>
            <ac:picMk id="1028" creationId="{1C16AA7D-8FF2-690B-3A7C-E796F4944827}"/>
          </ac:picMkLst>
        </pc:picChg>
        <pc:picChg chg="del">
          <ac:chgData name="Keerthana M" userId="92ed1cb7dae26ef8" providerId="LiveId" clId="{5D622174-1512-44C6-995B-2092B6E6CAED}" dt="2025-12-28T13:26:34.658" v="22" actId="21"/>
          <ac:picMkLst>
            <pc:docMk/>
            <pc:sldMk cId="2422060477" sldId="257"/>
            <ac:picMk id="1034" creationId="{A0004107-3D34-BB44-DC0F-D95312432FBF}"/>
          </ac:picMkLst>
        </pc:picChg>
        <pc:picChg chg="del">
          <ac:chgData name="Keerthana M" userId="92ed1cb7dae26ef8" providerId="LiveId" clId="{5D622174-1512-44C6-995B-2092B6E6CAED}" dt="2025-12-28T13:25:35.788" v="2" actId="21"/>
          <ac:picMkLst>
            <pc:docMk/>
            <pc:sldMk cId="2422060477" sldId="257"/>
            <ac:picMk id="2054" creationId="{F7E41CA5-0883-22C0-8BBB-59D7041C386B}"/>
          </ac:picMkLst>
        </pc:picChg>
      </pc:sldChg>
      <pc:sldChg chg="addSp modSp mod">
        <pc:chgData name="Keerthana M" userId="92ed1cb7dae26ef8" providerId="LiveId" clId="{5D622174-1512-44C6-995B-2092B6E6CAED}" dt="2025-12-28T13:34:44.948" v="85" actId="12"/>
        <pc:sldMkLst>
          <pc:docMk/>
          <pc:sldMk cId="2931541155" sldId="258"/>
        </pc:sldMkLst>
        <pc:spChg chg="add mod">
          <ac:chgData name="Keerthana M" userId="92ed1cb7dae26ef8" providerId="LiveId" clId="{5D622174-1512-44C6-995B-2092B6E6CAED}" dt="2025-12-28T13:31:09.770" v="58" actId="1076"/>
          <ac:spMkLst>
            <pc:docMk/>
            <pc:sldMk cId="2931541155" sldId="258"/>
            <ac:spMk id="7" creationId="{B5D8A7CF-A0EE-BE2E-4231-B69457B23D0E}"/>
          </ac:spMkLst>
        </pc:spChg>
        <pc:spChg chg="add mod">
          <ac:chgData name="Keerthana M" userId="92ed1cb7dae26ef8" providerId="LiveId" clId="{5D622174-1512-44C6-995B-2092B6E6CAED}" dt="2025-12-28T13:33:47.268" v="78" actId="12"/>
          <ac:spMkLst>
            <pc:docMk/>
            <pc:sldMk cId="2931541155" sldId="258"/>
            <ac:spMk id="8" creationId="{6A02ABC2-66A3-29D6-12A0-961F84CC12B6}"/>
          </ac:spMkLst>
        </pc:spChg>
        <pc:spChg chg="add mod">
          <ac:chgData name="Keerthana M" userId="92ed1cb7dae26ef8" providerId="LiveId" clId="{5D622174-1512-44C6-995B-2092B6E6CAED}" dt="2025-12-28T13:34:44.948" v="85" actId="12"/>
          <ac:spMkLst>
            <pc:docMk/>
            <pc:sldMk cId="2931541155" sldId="258"/>
            <ac:spMk id="9" creationId="{9A668913-9A12-69DE-63FC-926446078585}"/>
          </ac:spMkLst>
        </pc:spChg>
        <pc:picChg chg="add mod">
          <ac:chgData name="Keerthana M" userId="92ed1cb7dae26ef8" providerId="LiveId" clId="{5D622174-1512-44C6-995B-2092B6E6CAED}" dt="2025-12-28T13:31:13.753" v="59" actId="1076"/>
          <ac:picMkLst>
            <pc:docMk/>
            <pc:sldMk cId="2931541155" sldId="258"/>
            <ac:picMk id="4" creationId="{1A596477-B89A-7083-1D4C-BB94DA652ED3}"/>
          </ac:picMkLst>
        </pc:picChg>
        <pc:picChg chg="add mod">
          <ac:chgData name="Keerthana M" userId="92ed1cb7dae26ef8" providerId="LiveId" clId="{5D622174-1512-44C6-995B-2092B6E6CAED}" dt="2025-12-28T13:31:25.271" v="63" actId="1076"/>
          <ac:picMkLst>
            <pc:docMk/>
            <pc:sldMk cId="2931541155" sldId="258"/>
            <ac:picMk id="5" creationId="{90E96255-2A1B-2D93-3C2C-4AA4B27D05D6}"/>
          </ac:picMkLst>
        </pc:picChg>
        <pc:picChg chg="add mod">
          <ac:chgData name="Keerthana M" userId="92ed1cb7dae26ef8" providerId="LiveId" clId="{5D622174-1512-44C6-995B-2092B6E6CAED}" dt="2025-12-28T13:31:22.033" v="62" actId="1076"/>
          <ac:picMkLst>
            <pc:docMk/>
            <pc:sldMk cId="2931541155" sldId="258"/>
            <ac:picMk id="6" creationId="{F7E41CA5-0883-22C0-8BBB-59D7041C386B}"/>
          </ac:picMkLst>
        </pc:picChg>
      </pc:sldChg>
      <pc:sldChg chg="addSp delSp modSp new mod">
        <pc:chgData name="Keerthana M" userId="92ed1cb7dae26ef8" providerId="LiveId" clId="{5D622174-1512-44C6-995B-2092B6E6CAED}" dt="2025-12-28T13:32:37.951" v="71" actId="1076"/>
        <pc:sldMkLst>
          <pc:docMk/>
          <pc:sldMk cId="2621949482" sldId="259"/>
        </pc:sldMkLst>
        <pc:spChg chg="del">
          <ac:chgData name="Keerthana M" userId="92ed1cb7dae26ef8" providerId="LiveId" clId="{5D622174-1512-44C6-995B-2092B6E6CAED}" dt="2025-12-28T13:32:02.860" v="64" actId="478"/>
          <ac:spMkLst>
            <pc:docMk/>
            <pc:sldMk cId="2621949482" sldId="259"/>
            <ac:spMk id="2" creationId="{8F2F5103-67F1-49C7-E307-8D373392836C}"/>
          </ac:spMkLst>
        </pc:spChg>
        <pc:spChg chg="del">
          <ac:chgData name="Keerthana M" userId="92ed1cb7dae26ef8" providerId="LiveId" clId="{5D622174-1512-44C6-995B-2092B6E6CAED}" dt="2025-12-28T13:26:40.551" v="24"/>
          <ac:spMkLst>
            <pc:docMk/>
            <pc:sldMk cId="2621949482" sldId="259"/>
            <ac:spMk id="3" creationId="{566EA119-E984-CFBE-3A6C-6A1D605397F2}"/>
          </ac:spMkLst>
        </pc:spChg>
        <pc:spChg chg="add mod">
          <ac:chgData name="Keerthana M" userId="92ed1cb7dae26ef8" providerId="LiveId" clId="{5D622174-1512-44C6-995B-2092B6E6CAED}" dt="2025-12-28T13:32:37.951" v="71" actId="1076"/>
          <ac:spMkLst>
            <pc:docMk/>
            <pc:sldMk cId="2621949482" sldId="259"/>
            <ac:spMk id="4" creationId="{2ABE8BDF-EDD2-0FD4-1E8A-74CAE6356E1A}"/>
          </ac:spMkLst>
        </pc:spChg>
        <pc:picChg chg="add mod">
          <ac:chgData name="Keerthana M" userId="92ed1cb7dae26ef8" providerId="LiveId" clId="{5D622174-1512-44C6-995B-2092B6E6CAED}" dt="2025-12-28T13:32:33.394" v="70" actId="1076"/>
          <ac:picMkLst>
            <pc:docMk/>
            <pc:sldMk cId="2621949482" sldId="259"/>
            <ac:picMk id="1034" creationId="{A0004107-3D34-BB44-DC0F-D95312432FBF}"/>
          </ac:picMkLst>
        </pc:picChg>
      </pc:sldChg>
      <pc:sldChg chg="addSp modSp new mod">
        <pc:chgData name="Keerthana M" userId="92ed1cb7dae26ef8" providerId="LiveId" clId="{5D622174-1512-44C6-995B-2092B6E6CAED}" dt="2025-12-28T13:56:21.096" v="122" actId="1076"/>
        <pc:sldMkLst>
          <pc:docMk/>
          <pc:sldMk cId="335366684" sldId="260"/>
        </pc:sldMkLst>
        <pc:spChg chg="mod">
          <ac:chgData name="Keerthana M" userId="92ed1cb7dae26ef8" providerId="LiveId" clId="{5D622174-1512-44C6-995B-2092B6E6CAED}" dt="2025-12-28T13:55:15.443" v="111" actId="113"/>
          <ac:spMkLst>
            <pc:docMk/>
            <pc:sldMk cId="335366684" sldId="260"/>
            <ac:spMk id="2" creationId="{18351D3F-C9AA-8F8D-34FF-7F03CC2F2EFE}"/>
          </ac:spMkLst>
        </pc:spChg>
        <pc:spChg chg="mod">
          <ac:chgData name="Keerthana M" userId="92ed1cb7dae26ef8" providerId="LiveId" clId="{5D622174-1512-44C6-995B-2092B6E6CAED}" dt="2025-12-28T13:55:37.900" v="114" actId="14100"/>
          <ac:spMkLst>
            <pc:docMk/>
            <pc:sldMk cId="335366684" sldId="260"/>
            <ac:spMk id="3" creationId="{926D5DFD-7A43-D989-3021-2687AED2322D}"/>
          </ac:spMkLst>
        </pc:spChg>
        <pc:spChg chg="add mod">
          <ac:chgData name="Keerthana M" userId="92ed1cb7dae26ef8" providerId="LiveId" clId="{5D622174-1512-44C6-995B-2092B6E6CAED}" dt="2025-12-28T13:56:21.096" v="122" actId="1076"/>
          <ac:spMkLst>
            <pc:docMk/>
            <pc:sldMk cId="335366684" sldId="260"/>
            <ac:spMk id="6" creationId="{3C62FB06-B70E-131E-90AD-A9C24FE17F2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91F84-4C2E-B301-6C3A-59063C69A5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BFDB81-B545-3DB7-4529-D4576DF554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CF34698-C585-FADE-CFED-7CD31BBC5441}"/>
              </a:ext>
            </a:extLst>
          </p:cNvPr>
          <p:cNvSpPr>
            <a:spLocks noGrp="1"/>
          </p:cNvSpPr>
          <p:nvPr>
            <p:ph type="dt" sz="half" idx="10"/>
          </p:nvPr>
        </p:nvSpPr>
        <p:spPr/>
        <p:txBody>
          <a:bodyPr/>
          <a:lstStyle/>
          <a:p>
            <a:fld id="{1624AE66-F0DC-4256-9599-235574EF7AFB}" type="datetimeFigureOut">
              <a:rPr lang="en-IN" smtClean="0"/>
              <a:t>28-12-2025</a:t>
            </a:fld>
            <a:endParaRPr lang="en-IN"/>
          </a:p>
        </p:txBody>
      </p:sp>
      <p:sp>
        <p:nvSpPr>
          <p:cNvPr id="5" name="Footer Placeholder 4">
            <a:extLst>
              <a:ext uri="{FF2B5EF4-FFF2-40B4-BE49-F238E27FC236}">
                <a16:creationId xmlns:a16="http://schemas.microsoft.com/office/drawing/2014/main" id="{ADD845DA-6C0D-EF56-2153-371CA2F27A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D74D8D-1318-7B74-94B0-2DB3B96C281A}"/>
              </a:ext>
            </a:extLst>
          </p:cNvPr>
          <p:cNvSpPr>
            <a:spLocks noGrp="1"/>
          </p:cNvSpPr>
          <p:nvPr>
            <p:ph type="sldNum" sz="quarter" idx="12"/>
          </p:nvPr>
        </p:nvSpPr>
        <p:spPr/>
        <p:txBody>
          <a:bodyPr/>
          <a:lstStyle/>
          <a:p>
            <a:fld id="{F6F79323-8B2D-4143-81A4-EBF855E1E81E}" type="slidenum">
              <a:rPr lang="en-IN" smtClean="0"/>
              <a:t>‹#›</a:t>
            </a:fld>
            <a:endParaRPr lang="en-IN"/>
          </a:p>
        </p:txBody>
      </p:sp>
    </p:spTree>
    <p:extLst>
      <p:ext uri="{BB962C8B-B14F-4D97-AF65-F5344CB8AC3E}">
        <p14:creationId xmlns:p14="http://schemas.microsoft.com/office/powerpoint/2010/main" val="3740445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5FE10-8A0E-EE61-074A-5720FFE7B9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77CDFD-3EDD-FE82-61B3-203E02AD2E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5F053F-B529-1C44-80B2-A16096DBFE10}"/>
              </a:ext>
            </a:extLst>
          </p:cNvPr>
          <p:cNvSpPr>
            <a:spLocks noGrp="1"/>
          </p:cNvSpPr>
          <p:nvPr>
            <p:ph type="dt" sz="half" idx="10"/>
          </p:nvPr>
        </p:nvSpPr>
        <p:spPr/>
        <p:txBody>
          <a:bodyPr/>
          <a:lstStyle/>
          <a:p>
            <a:fld id="{1624AE66-F0DC-4256-9599-235574EF7AFB}" type="datetimeFigureOut">
              <a:rPr lang="en-IN" smtClean="0"/>
              <a:t>28-12-2025</a:t>
            </a:fld>
            <a:endParaRPr lang="en-IN"/>
          </a:p>
        </p:txBody>
      </p:sp>
      <p:sp>
        <p:nvSpPr>
          <p:cNvPr id="5" name="Footer Placeholder 4">
            <a:extLst>
              <a:ext uri="{FF2B5EF4-FFF2-40B4-BE49-F238E27FC236}">
                <a16:creationId xmlns:a16="http://schemas.microsoft.com/office/drawing/2014/main" id="{03E6B867-8F32-4793-88E8-248B803CF3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618155-CE18-FDE2-EFF9-2E52517232B0}"/>
              </a:ext>
            </a:extLst>
          </p:cNvPr>
          <p:cNvSpPr>
            <a:spLocks noGrp="1"/>
          </p:cNvSpPr>
          <p:nvPr>
            <p:ph type="sldNum" sz="quarter" idx="12"/>
          </p:nvPr>
        </p:nvSpPr>
        <p:spPr/>
        <p:txBody>
          <a:bodyPr/>
          <a:lstStyle/>
          <a:p>
            <a:fld id="{F6F79323-8B2D-4143-81A4-EBF855E1E81E}" type="slidenum">
              <a:rPr lang="en-IN" smtClean="0"/>
              <a:t>‹#›</a:t>
            </a:fld>
            <a:endParaRPr lang="en-IN"/>
          </a:p>
        </p:txBody>
      </p:sp>
    </p:spTree>
    <p:extLst>
      <p:ext uri="{BB962C8B-B14F-4D97-AF65-F5344CB8AC3E}">
        <p14:creationId xmlns:p14="http://schemas.microsoft.com/office/powerpoint/2010/main" val="3208755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6161A-086A-6DA3-AD02-0B54B1EFB3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1ABBFE8-FA38-FB7A-DFE8-297322231D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1F380B-A2C8-D817-874A-5202E9E9776C}"/>
              </a:ext>
            </a:extLst>
          </p:cNvPr>
          <p:cNvSpPr>
            <a:spLocks noGrp="1"/>
          </p:cNvSpPr>
          <p:nvPr>
            <p:ph type="dt" sz="half" idx="10"/>
          </p:nvPr>
        </p:nvSpPr>
        <p:spPr/>
        <p:txBody>
          <a:bodyPr/>
          <a:lstStyle/>
          <a:p>
            <a:fld id="{1624AE66-F0DC-4256-9599-235574EF7AFB}" type="datetimeFigureOut">
              <a:rPr lang="en-IN" smtClean="0"/>
              <a:t>28-12-2025</a:t>
            </a:fld>
            <a:endParaRPr lang="en-IN"/>
          </a:p>
        </p:txBody>
      </p:sp>
      <p:sp>
        <p:nvSpPr>
          <p:cNvPr id="5" name="Footer Placeholder 4">
            <a:extLst>
              <a:ext uri="{FF2B5EF4-FFF2-40B4-BE49-F238E27FC236}">
                <a16:creationId xmlns:a16="http://schemas.microsoft.com/office/drawing/2014/main" id="{8F642DE2-0409-4092-CDFE-04A405847D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27DCA9-9E86-3ADA-D9A6-FACF0753A950}"/>
              </a:ext>
            </a:extLst>
          </p:cNvPr>
          <p:cNvSpPr>
            <a:spLocks noGrp="1"/>
          </p:cNvSpPr>
          <p:nvPr>
            <p:ph type="sldNum" sz="quarter" idx="12"/>
          </p:nvPr>
        </p:nvSpPr>
        <p:spPr/>
        <p:txBody>
          <a:bodyPr/>
          <a:lstStyle/>
          <a:p>
            <a:fld id="{F6F79323-8B2D-4143-81A4-EBF855E1E81E}" type="slidenum">
              <a:rPr lang="en-IN" smtClean="0"/>
              <a:t>‹#›</a:t>
            </a:fld>
            <a:endParaRPr lang="en-IN"/>
          </a:p>
        </p:txBody>
      </p:sp>
    </p:spTree>
    <p:extLst>
      <p:ext uri="{BB962C8B-B14F-4D97-AF65-F5344CB8AC3E}">
        <p14:creationId xmlns:p14="http://schemas.microsoft.com/office/powerpoint/2010/main" val="438427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E0343-34C4-2BF4-D797-6D41441A32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1AEB76-59A9-7E84-06CE-D54843C208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70F872-5EB9-52DD-2AB7-85F00F4D59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5191CFA-0818-6711-B2AF-7BEE274C001F}"/>
              </a:ext>
            </a:extLst>
          </p:cNvPr>
          <p:cNvSpPr>
            <a:spLocks noGrp="1"/>
          </p:cNvSpPr>
          <p:nvPr>
            <p:ph type="dt" sz="half" idx="10"/>
          </p:nvPr>
        </p:nvSpPr>
        <p:spPr/>
        <p:txBody>
          <a:bodyPr/>
          <a:lstStyle/>
          <a:p>
            <a:fld id="{1624AE66-F0DC-4256-9599-235574EF7AFB}" type="datetimeFigureOut">
              <a:rPr lang="en-IN" smtClean="0"/>
              <a:t>28-12-2025</a:t>
            </a:fld>
            <a:endParaRPr lang="en-IN"/>
          </a:p>
        </p:txBody>
      </p:sp>
      <p:sp>
        <p:nvSpPr>
          <p:cNvPr id="6" name="Footer Placeholder 5">
            <a:extLst>
              <a:ext uri="{FF2B5EF4-FFF2-40B4-BE49-F238E27FC236}">
                <a16:creationId xmlns:a16="http://schemas.microsoft.com/office/drawing/2014/main" id="{112A5001-88DA-2B52-BD95-34A767A607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4BA5B8-B0FD-5F88-5689-1671EFB168AB}"/>
              </a:ext>
            </a:extLst>
          </p:cNvPr>
          <p:cNvSpPr>
            <a:spLocks noGrp="1"/>
          </p:cNvSpPr>
          <p:nvPr>
            <p:ph type="sldNum" sz="quarter" idx="12"/>
          </p:nvPr>
        </p:nvSpPr>
        <p:spPr/>
        <p:txBody>
          <a:bodyPr/>
          <a:lstStyle/>
          <a:p>
            <a:fld id="{F6F79323-8B2D-4143-81A4-EBF855E1E81E}" type="slidenum">
              <a:rPr lang="en-IN" smtClean="0"/>
              <a:t>‹#›</a:t>
            </a:fld>
            <a:endParaRPr lang="en-IN"/>
          </a:p>
        </p:txBody>
      </p:sp>
    </p:spTree>
    <p:extLst>
      <p:ext uri="{BB962C8B-B14F-4D97-AF65-F5344CB8AC3E}">
        <p14:creationId xmlns:p14="http://schemas.microsoft.com/office/powerpoint/2010/main" val="4074740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1B0FF-CE66-E14F-15C6-5AB13A5E3BC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A7FFD6-63D7-2CBF-A9D8-660E3E47FE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55FED7-6318-6A0A-1535-EBE6A40736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AA117D-A223-331C-66F3-E04E1AAA24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2F57DC-EC00-EF90-F40D-F0A104B827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C41C9F9-BABF-71D8-66E9-1EE82CDD10D2}"/>
              </a:ext>
            </a:extLst>
          </p:cNvPr>
          <p:cNvSpPr>
            <a:spLocks noGrp="1"/>
          </p:cNvSpPr>
          <p:nvPr>
            <p:ph type="dt" sz="half" idx="10"/>
          </p:nvPr>
        </p:nvSpPr>
        <p:spPr/>
        <p:txBody>
          <a:bodyPr/>
          <a:lstStyle/>
          <a:p>
            <a:fld id="{1624AE66-F0DC-4256-9599-235574EF7AFB}" type="datetimeFigureOut">
              <a:rPr lang="en-IN" smtClean="0"/>
              <a:t>28-12-2025</a:t>
            </a:fld>
            <a:endParaRPr lang="en-IN"/>
          </a:p>
        </p:txBody>
      </p:sp>
      <p:sp>
        <p:nvSpPr>
          <p:cNvPr id="8" name="Footer Placeholder 7">
            <a:extLst>
              <a:ext uri="{FF2B5EF4-FFF2-40B4-BE49-F238E27FC236}">
                <a16:creationId xmlns:a16="http://schemas.microsoft.com/office/drawing/2014/main" id="{CBB349C0-CCD1-11E5-A59D-4176F6345E5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CE44EFA-5687-DC3C-A0D9-B69B2E94DA2F}"/>
              </a:ext>
            </a:extLst>
          </p:cNvPr>
          <p:cNvSpPr>
            <a:spLocks noGrp="1"/>
          </p:cNvSpPr>
          <p:nvPr>
            <p:ph type="sldNum" sz="quarter" idx="12"/>
          </p:nvPr>
        </p:nvSpPr>
        <p:spPr/>
        <p:txBody>
          <a:bodyPr/>
          <a:lstStyle/>
          <a:p>
            <a:fld id="{F6F79323-8B2D-4143-81A4-EBF855E1E81E}" type="slidenum">
              <a:rPr lang="en-IN" smtClean="0"/>
              <a:t>‹#›</a:t>
            </a:fld>
            <a:endParaRPr lang="en-IN"/>
          </a:p>
        </p:txBody>
      </p:sp>
    </p:spTree>
    <p:extLst>
      <p:ext uri="{BB962C8B-B14F-4D97-AF65-F5344CB8AC3E}">
        <p14:creationId xmlns:p14="http://schemas.microsoft.com/office/powerpoint/2010/main" val="423709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250BB-0D10-8B62-CE6E-E527E7C49E7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DF22B68-27BB-3F94-78C1-226FA8ED3CC8}"/>
              </a:ext>
            </a:extLst>
          </p:cNvPr>
          <p:cNvSpPr>
            <a:spLocks noGrp="1"/>
          </p:cNvSpPr>
          <p:nvPr>
            <p:ph type="dt" sz="half" idx="10"/>
          </p:nvPr>
        </p:nvSpPr>
        <p:spPr/>
        <p:txBody>
          <a:bodyPr/>
          <a:lstStyle/>
          <a:p>
            <a:fld id="{1624AE66-F0DC-4256-9599-235574EF7AFB}" type="datetimeFigureOut">
              <a:rPr lang="en-IN" smtClean="0"/>
              <a:t>28-12-2025</a:t>
            </a:fld>
            <a:endParaRPr lang="en-IN"/>
          </a:p>
        </p:txBody>
      </p:sp>
      <p:sp>
        <p:nvSpPr>
          <p:cNvPr id="4" name="Footer Placeholder 3">
            <a:extLst>
              <a:ext uri="{FF2B5EF4-FFF2-40B4-BE49-F238E27FC236}">
                <a16:creationId xmlns:a16="http://schemas.microsoft.com/office/drawing/2014/main" id="{11D934E5-6F83-5845-DD46-AA843A395BF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526300E-BFFA-3694-94BF-35C0347DB09E}"/>
              </a:ext>
            </a:extLst>
          </p:cNvPr>
          <p:cNvSpPr>
            <a:spLocks noGrp="1"/>
          </p:cNvSpPr>
          <p:nvPr>
            <p:ph type="sldNum" sz="quarter" idx="12"/>
          </p:nvPr>
        </p:nvSpPr>
        <p:spPr/>
        <p:txBody>
          <a:bodyPr/>
          <a:lstStyle/>
          <a:p>
            <a:fld id="{F6F79323-8B2D-4143-81A4-EBF855E1E81E}" type="slidenum">
              <a:rPr lang="en-IN" smtClean="0"/>
              <a:t>‹#›</a:t>
            </a:fld>
            <a:endParaRPr lang="en-IN"/>
          </a:p>
        </p:txBody>
      </p:sp>
    </p:spTree>
    <p:extLst>
      <p:ext uri="{BB962C8B-B14F-4D97-AF65-F5344CB8AC3E}">
        <p14:creationId xmlns:p14="http://schemas.microsoft.com/office/powerpoint/2010/main" val="3508791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DE6264-83AE-3C60-9C93-EDBBA9616E28}"/>
              </a:ext>
            </a:extLst>
          </p:cNvPr>
          <p:cNvSpPr>
            <a:spLocks noGrp="1"/>
          </p:cNvSpPr>
          <p:nvPr>
            <p:ph type="dt" sz="half" idx="10"/>
          </p:nvPr>
        </p:nvSpPr>
        <p:spPr/>
        <p:txBody>
          <a:bodyPr/>
          <a:lstStyle/>
          <a:p>
            <a:fld id="{1624AE66-F0DC-4256-9599-235574EF7AFB}" type="datetimeFigureOut">
              <a:rPr lang="en-IN" smtClean="0"/>
              <a:t>28-12-2025</a:t>
            </a:fld>
            <a:endParaRPr lang="en-IN"/>
          </a:p>
        </p:txBody>
      </p:sp>
      <p:sp>
        <p:nvSpPr>
          <p:cNvPr id="3" name="Footer Placeholder 2">
            <a:extLst>
              <a:ext uri="{FF2B5EF4-FFF2-40B4-BE49-F238E27FC236}">
                <a16:creationId xmlns:a16="http://schemas.microsoft.com/office/drawing/2014/main" id="{506855B3-33FC-474F-01F0-CBC47A9AD2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5981F5A-9CA8-DDD3-EB4E-E49DD131CA8A}"/>
              </a:ext>
            </a:extLst>
          </p:cNvPr>
          <p:cNvSpPr>
            <a:spLocks noGrp="1"/>
          </p:cNvSpPr>
          <p:nvPr>
            <p:ph type="sldNum" sz="quarter" idx="12"/>
          </p:nvPr>
        </p:nvSpPr>
        <p:spPr/>
        <p:txBody>
          <a:bodyPr/>
          <a:lstStyle/>
          <a:p>
            <a:fld id="{F6F79323-8B2D-4143-81A4-EBF855E1E81E}" type="slidenum">
              <a:rPr lang="en-IN" smtClean="0"/>
              <a:t>‹#›</a:t>
            </a:fld>
            <a:endParaRPr lang="en-IN"/>
          </a:p>
        </p:txBody>
      </p:sp>
    </p:spTree>
    <p:extLst>
      <p:ext uri="{BB962C8B-B14F-4D97-AF65-F5344CB8AC3E}">
        <p14:creationId xmlns:p14="http://schemas.microsoft.com/office/powerpoint/2010/main" val="307613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CDD84-6FCD-5B28-2081-C7570EC9AF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7E13304-E7A8-BFB1-D878-15FDCEAE9F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3D5A583-55FC-78F6-9903-96855D1158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F84B3F-F74A-DFC8-6C76-CF868C298F8B}"/>
              </a:ext>
            </a:extLst>
          </p:cNvPr>
          <p:cNvSpPr>
            <a:spLocks noGrp="1"/>
          </p:cNvSpPr>
          <p:nvPr>
            <p:ph type="dt" sz="half" idx="10"/>
          </p:nvPr>
        </p:nvSpPr>
        <p:spPr/>
        <p:txBody>
          <a:bodyPr/>
          <a:lstStyle/>
          <a:p>
            <a:fld id="{1624AE66-F0DC-4256-9599-235574EF7AFB}" type="datetimeFigureOut">
              <a:rPr lang="en-IN" smtClean="0"/>
              <a:t>28-12-2025</a:t>
            </a:fld>
            <a:endParaRPr lang="en-IN"/>
          </a:p>
        </p:txBody>
      </p:sp>
      <p:sp>
        <p:nvSpPr>
          <p:cNvPr id="6" name="Footer Placeholder 5">
            <a:extLst>
              <a:ext uri="{FF2B5EF4-FFF2-40B4-BE49-F238E27FC236}">
                <a16:creationId xmlns:a16="http://schemas.microsoft.com/office/drawing/2014/main" id="{230685AE-BEBB-5BAC-0F72-E5D9BA419C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649FA0-8B6F-7864-2958-34261A62F423}"/>
              </a:ext>
            </a:extLst>
          </p:cNvPr>
          <p:cNvSpPr>
            <a:spLocks noGrp="1"/>
          </p:cNvSpPr>
          <p:nvPr>
            <p:ph type="sldNum" sz="quarter" idx="12"/>
          </p:nvPr>
        </p:nvSpPr>
        <p:spPr/>
        <p:txBody>
          <a:bodyPr/>
          <a:lstStyle/>
          <a:p>
            <a:fld id="{F6F79323-8B2D-4143-81A4-EBF855E1E81E}" type="slidenum">
              <a:rPr lang="en-IN" smtClean="0"/>
              <a:t>‹#›</a:t>
            </a:fld>
            <a:endParaRPr lang="en-IN"/>
          </a:p>
        </p:txBody>
      </p:sp>
    </p:spTree>
    <p:extLst>
      <p:ext uri="{BB962C8B-B14F-4D97-AF65-F5344CB8AC3E}">
        <p14:creationId xmlns:p14="http://schemas.microsoft.com/office/powerpoint/2010/main" val="6679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607C6-BEB6-647C-8251-05901319D1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032F2C3-A32A-F650-ADF6-500AB0DA26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EB08244-24C3-C939-E783-AC95DFC87C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CF2102-89AC-E2D9-7B06-720D773C4474}"/>
              </a:ext>
            </a:extLst>
          </p:cNvPr>
          <p:cNvSpPr>
            <a:spLocks noGrp="1"/>
          </p:cNvSpPr>
          <p:nvPr>
            <p:ph type="dt" sz="half" idx="10"/>
          </p:nvPr>
        </p:nvSpPr>
        <p:spPr/>
        <p:txBody>
          <a:bodyPr/>
          <a:lstStyle/>
          <a:p>
            <a:fld id="{1624AE66-F0DC-4256-9599-235574EF7AFB}" type="datetimeFigureOut">
              <a:rPr lang="en-IN" smtClean="0"/>
              <a:t>28-12-2025</a:t>
            </a:fld>
            <a:endParaRPr lang="en-IN"/>
          </a:p>
        </p:txBody>
      </p:sp>
      <p:sp>
        <p:nvSpPr>
          <p:cNvPr id="6" name="Footer Placeholder 5">
            <a:extLst>
              <a:ext uri="{FF2B5EF4-FFF2-40B4-BE49-F238E27FC236}">
                <a16:creationId xmlns:a16="http://schemas.microsoft.com/office/drawing/2014/main" id="{3BFF01E0-1B1A-C738-0072-2FF7CF12DB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860FA5-2D56-A9E3-B2B0-F0D50547D0EA}"/>
              </a:ext>
            </a:extLst>
          </p:cNvPr>
          <p:cNvSpPr>
            <a:spLocks noGrp="1"/>
          </p:cNvSpPr>
          <p:nvPr>
            <p:ph type="sldNum" sz="quarter" idx="12"/>
          </p:nvPr>
        </p:nvSpPr>
        <p:spPr/>
        <p:txBody>
          <a:bodyPr/>
          <a:lstStyle/>
          <a:p>
            <a:fld id="{F6F79323-8B2D-4143-81A4-EBF855E1E81E}" type="slidenum">
              <a:rPr lang="en-IN" smtClean="0"/>
              <a:t>‹#›</a:t>
            </a:fld>
            <a:endParaRPr lang="en-IN"/>
          </a:p>
        </p:txBody>
      </p:sp>
    </p:spTree>
    <p:extLst>
      <p:ext uri="{BB962C8B-B14F-4D97-AF65-F5344CB8AC3E}">
        <p14:creationId xmlns:p14="http://schemas.microsoft.com/office/powerpoint/2010/main" val="48137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C6865-54C0-C270-B44F-08C63346C50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D9C84E-54F8-FD16-BE6F-A07157D881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FCBDA7-2E8A-6FC6-E2E5-87DE3A9FCB05}"/>
              </a:ext>
            </a:extLst>
          </p:cNvPr>
          <p:cNvSpPr>
            <a:spLocks noGrp="1"/>
          </p:cNvSpPr>
          <p:nvPr>
            <p:ph type="dt" sz="half" idx="10"/>
          </p:nvPr>
        </p:nvSpPr>
        <p:spPr/>
        <p:txBody>
          <a:bodyPr/>
          <a:lstStyle/>
          <a:p>
            <a:fld id="{1624AE66-F0DC-4256-9599-235574EF7AFB}" type="datetimeFigureOut">
              <a:rPr lang="en-IN" smtClean="0"/>
              <a:t>28-12-2025</a:t>
            </a:fld>
            <a:endParaRPr lang="en-IN"/>
          </a:p>
        </p:txBody>
      </p:sp>
      <p:sp>
        <p:nvSpPr>
          <p:cNvPr id="5" name="Footer Placeholder 4">
            <a:extLst>
              <a:ext uri="{FF2B5EF4-FFF2-40B4-BE49-F238E27FC236}">
                <a16:creationId xmlns:a16="http://schemas.microsoft.com/office/drawing/2014/main" id="{23BBBFF9-3DE4-4042-53DD-8BB03609B8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7A3C2E-F611-1B7D-0A64-76AC3AB96819}"/>
              </a:ext>
            </a:extLst>
          </p:cNvPr>
          <p:cNvSpPr>
            <a:spLocks noGrp="1"/>
          </p:cNvSpPr>
          <p:nvPr>
            <p:ph type="sldNum" sz="quarter" idx="12"/>
          </p:nvPr>
        </p:nvSpPr>
        <p:spPr/>
        <p:txBody>
          <a:bodyPr/>
          <a:lstStyle/>
          <a:p>
            <a:fld id="{F6F79323-8B2D-4143-81A4-EBF855E1E81E}" type="slidenum">
              <a:rPr lang="en-IN" smtClean="0"/>
              <a:t>‹#›</a:t>
            </a:fld>
            <a:endParaRPr lang="en-IN"/>
          </a:p>
        </p:txBody>
      </p:sp>
    </p:spTree>
    <p:extLst>
      <p:ext uri="{BB962C8B-B14F-4D97-AF65-F5344CB8AC3E}">
        <p14:creationId xmlns:p14="http://schemas.microsoft.com/office/powerpoint/2010/main" val="1911741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3F3239-8704-ECAB-D304-08A6B27E63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54A22D-CBD1-D8A7-1D4F-3CA36A520A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224AB2-DDEF-E4FF-5D33-93F94C0EF133}"/>
              </a:ext>
            </a:extLst>
          </p:cNvPr>
          <p:cNvSpPr>
            <a:spLocks noGrp="1"/>
          </p:cNvSpPr>
          <p:nvPr>
            <p:ph type="dt" sz="half" idx="10"/>
          </p:nvPr>
        </p:nvSpPr>
        <p:spPr/>
        <p:txBody>
          <a:bodyPr/>
          <a:lstStyle/>
          <a:p>
            <a:fld id="{1624AE66-F0DC-4256-9599-235574EF7AFB}" type="datetimeFigureOut">
              <a:rPr lang="en-IN" smtClean="0"/>
              <a:t>28-12-2025</a:t>
            </a:fld>
            <a:endParaRPr lang="en-IN"/>
          </a:p>
        </p:txBody>
      </p:sp>
      <p:sp>
        <p:nvSpPr>
          <p:cNvPr id="5" name="Footer Placeholder 4">
            <a:extLst>
              <a:ext uri="{FF2B5EF4-FFF2-40B4-BE49-F238E27FC236}">
                <a16:creationId xmlns:a16="http://schemas.microsoft.com/office/drawing/2014/main" id="{B56A2114-8DCD-ADDE-1FDA-DB7B3609FA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FD0EE8-288B-E780-1FA2-7C3971817BD0}"/>
              </a:ext>
            </a:extLst>
          </p:cNvPr>
          <p:cNvSpPr>
            <a:spLocks noGrp="1"/>
          </p:cNvSpPr>
          <p:nvPr>
            <p:ph type="sldNum" sz="quarter" idx="12"/>
          </p:nvPr>
        </p:nvSpPr>
        <p:spPr/>
        <p:txBody>
          <a:bodyPr/>
          <a:lstStyle/>
          <a:p>
            <a:fld id="{F6F79323-8B2D-4143-81A4-EBF855E1E81E}" type="slidenum">
              <a:rPr lang="en-IN" smtClean="0"/>
              <a:t>‹#›</a:t>
            </a:fld>
            <a:endParaRPr lang="en-IN"/>
          </a:p>
        </p:txBody>
      </p:sp>
    </p:spTree>
    <p:extLst>
      <p:ext uri="{BB962C8B-B14F-4D97-AF65-F5344CB8AC3E}">
        <p14:creationId xmlns:p14="http://schemas.microsoft.com/office/powerpoint/2010/main" val="1179756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FF3F87-84BE-46FD-BC3B-0C393B494D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474595-2980-CEEF-2080-4EB710833C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442073-7588-B68B-1F2B-07398F63EE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24AE66-F0DC-4256-9599-235574EF7AFB}" type="datetimeFigureOut">
              <a:rPr lang="en-IN" smtClean="0"/>
              <a:t>28-12-2025</a:t>
            </a:fld>
            <a:endParaRPr lang="en-IN"/>
          </a:p>
        </p:txBody>
      </p:sp>
      <p:sp>
        <p:nvSpPr>
          <p:cNvPr id="5" name="Footer Placeholder 4">
            <a:extLst>
              <a:ext uri="{FF2B5EF4-FFF2-40B4-BE49-F238E27FC236}">
                <a16:creationId xmlns:a16="http://schemas.microsoft.com/office/drawing/2014/main" id="{8153B825-765F-0818-6FF0-B5E8BD7BA2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C7A4FF7-78B7-589F-BD41-E46AF036BF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F79323-8B2D-4143-81A4-EBF855E1E81E}" type="slidenum">
              <a:rPr lang="en-IN" smtClean="0"/>
              <a:t>‹#›</a:t>
            </a:fld>
            <a:endParaRPr lang="en-IN"/>
          </a:p>
        </p:txBody>
      </p:sp>
    </p:spTree>
    <p:extLst>
      <p:ext uri="{BB962C8B-B14F-4D97-AF65-F5344CB8AC3E}">
        <p14:creationId xmlns:p14="http://schemas.microsoft.com/office/powerpoint/2010/main" val="1120794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18F9D-8DA2-5E99-3D57-FB516AB93763}"/>
              </a:ext>
            </a:extLst>
          </p:cNvPr>
          <p:cNvSpPr>
            <a:spLocks noGrp="1"/>
          </p:cNvSpPr>
          <p:nvPr>
            <p:ph type="ctrTitle"/>
          </p:nvPr>
        </p:nvSpPr>
        <p:spPr>
          <a:xfrm>
            <a:off x="0" y="7480"/>
            <a:ext cx="5631180" cy="558893"/>
          </a:xfrm>
        </p:spPr>
        <p:txBody>
          <a:bodyPr>
            <a:normAutofit/>
          </a:bodyPr>
          <a:lstStyle/>
          <a:p>
            <a:r>
              <a:rPr lang="en-US" sz="2800" dirty="0"/>
              <a:t>📊 Interpretation of </a:t>
            </a:r>
            <a:r>
              <a:rPr lang="en-US" sz="2800" dirty="0" err="1"/>
              <a:t>df.describe</a:t>
            </a:r>
            <a:r>
              <a:rPr lang="en-US" sz="2800" dirty="0"/>
              <a:t>() </a:t>
            </a:r>
            <a:endParaRPr lang="en-IN" sz="2800" dirty="0"/>
          </a:p>
        </p:txBody>
      </p:sp>
      <p:sp>
        <p:nvSpPr>
          <p:cNvPr id="3" name="Subtitle 2">
            <a:extLst>
              <a:ext uri="{FF2B5EF4-FFF2-40B4-BE49-F238E27FC236}">
                <a16:creationId xmlns:a16="http://schemas.microsoft.com/office/drawing/2014/main" id="{361E58B2-3D35-E9AB-7562-8CB51ECF50AC}"/>
              </a:ext>
            </a:extLst>
          </p:cNvPr>
          <p:cNvSpPr>
            <a:spLocks noGrp="1"/>
          </p:cNvSpPr>
          <p:nvPr>
            <p:ph type="subTitle" idx="1"/>
          </p:nvPr>
        </p:nvSpPr>
        <p:spPr>
          <a:xfrm>
            <a:off x="929640" y="4400550"/>
            <a:ext cx="9620250" cy="2170523"/>
          </a:xfrm>
        </p:spPr>
        <p:txBody>
          <a:bodyPr>
            <a:normAutofit fontScale="70000" lnSpcReduction="20000"/>
          </a:bodyPr>
          <a:lstStyle/>
          <a:p>
            <a:pPr marL="457200" indent="-457200" algn="l">
              <a:buAutoNum type="arabicPeriod"/>
            </a:pPr>
            <a:r>
              <a:rPr lang="en-US" dirty="0"/>
              <a:t>The dataset contains </a:t>
            </a:r>
            <a:r>
              <a:rPr lang="en-US" b="1" dirty="0"/>
              <a:t>580 survey records</a:t>
            </a:r>
            <a:r>
              <a:rPr lang="en-US" dirty="0"/>
              <a:t>, each representing feedback for a specific question.</a:t>
            </a:r>
          </a:p>
          <a:p>
            <a:pPr marL="457200" indent="-457200" algn="l">
              <a:buFont typeface="Arial" panose="020B0604020202020204" pitchFamily="34" charset="0"/>
              <a:buAutoNum type="arabicPeriod"/>
            </a:pPr>
            <a:r>
              <a:rPr lang="en-US" dirty="0"/>
              <a:t>Student engagement differs significantly between courses and events.</a:t>
            </a:r>
          </a:p>
          <a:p>
            <a:pPr marL="457200" indent="-457200" algn="l">
              <a:buFont typeface="Arial" panose="020B0604020202020204" pitchFamily="34" charset="0"/>
              <a:buAutoNum type="arabicPeriod"/>
            </a:pPr>
            <a:r>
              <a:rPr lang="en-US" dirty="0"/>
              <a:t>Most students are </a:t>
            </a:r>
            <a:r>
              <a:rPr lang="en-US" b="1" dirty="0"/>
              <a:t>satisfied or very satisfied</a:t>
            </a:r>
            <a:r>
              <a:rPr lang="en-US" dirty="0"/>
              <a:t> with campus events.</a:t>
            </a:r>
          </a:p>
          <a:p>
            <a:pPr marL="457200" indent="-457200" algn="l">
              <a:buFont typeface="Arial" panose="020B0604020202020204" pitchFamily="34" charset="0"/>
              <a:buAutoNum type="arabicPeriod"/>
            </a:pPr>
            <a:r>
              <a:rPr lang="en-US" dirty="0"/>
              <a:t>Overall satisfaction is </a:t>
            </a:r>
            <a:r>
              <a:rPr lang="en-US" b="1" dirty="0"/>
              <a:t>moderate to high</a:t>
            </a:r>
            <a:r>
              <a:rPr lang="en-US" dirty="0"/>
              <a:t>, with some areas needing improvement.</a:t>
            </a:r>
          </a:p>
          <a:p>
            <a:pPr marL="457200" indent="-457200" algn="l">
              <a:buFont typeface="Arial" panose="020B0604020202020204" pitchFamily="34" charset="0"/>
              <a:buAutoNum type="arabicPeriod"/>
            </a:pPr>
            <a:r>
              <a:rPr lang="en-US" dirty="0"/>
              <a:t>The majority of events meet student expectations, though consistency can be improved.</a:t>
            </a:r>
          </a:p>
          <a:p>
            <a:pPr marL="457200" indent="-457200" algn="l">
              <a:buFont typeface="Arial" panose="020B0604020202020204" pitchFamily="34" charset="0"/>
              <a:buAutoNum type="arabicPeriod"/>
            </a:pPr>
            <a:r>
              <a:rPr lang="en-US" dirty="0"/>
              <a:t>Targeted improvements should focus on </a:t>
            </a:r>
            <a:r>
              <a:rPr lang="en-US" b="1" dirty="0"/>
              <a:t>low-scoring questions</a:t>
            </a:r>
            <a:r>
              <a:rPr lang="en-US" dirty="0"/>
              <a:t> and </a:t>
            </a:r>
            <a:r>
              <a:rPr lang="en-US" b="1" dirty="0"/>
              <a:t>courses with low participation</a:t>
            </a:r>
            <a:r>
              <a:rPr lang="en-US" dirty="0"/>
              <a:t>.</a:t>
            </a:r>
          </a:p>
          <a:p>
            <a:pPr marL="457200" indent="-457200" algn="l">
              <a:buFont typeface="Arial" panose="020B0604020202020204" pitchFamily="34" charset="0"/>
              <a:buAutoNum type="arabicPeriod"/>
            </a:pPr>
            <a:endParaRPr lang="en-US" dirty="0"/>
          </a:p>
          <a:p>
            <a:pPr marL="457200" indent="-457200" algn="l">
              <a:buFont typeface="Arial" panose="020B0604020202020204" pitchFamily="34" charset="0"/>
              <a:buAutoNum type="arabicPeriod"/>
            </a:pPr>
            <a:endParaRPr lang="en-US" dirty="0"/>
          </a:p>
          <a:p>
            <a:pPr marL="457200" indent="-457200" algn="l">
              <a:buAutoNum type="arabicPeriod"/>
            </a:pPr>
            <a:endParaRPr lang="en-IN" dirty="0"/>
          </a:p>
        </p:txBody>
      </p:sp>
      <p:pic>
        <p:nvPicPr>
          <p:cNvPr id="5" name="Picture 4" descr="A screenshot of a computer&#10;&#10;AI-generated content may be incorrect.">
            <a:extLst>
              <a:ext uri="{FF2B5EF4-FFF2-40B4-BE49-F238E27FC236}">
                <a16:creationId xmlns:a16="http://schemas.microsoft.com/office/drawing/2014/main" id="{E3B2D221-9B2E-6718-527E-B4F052CDC0D8}"/>
              </a:ext>
            </a:extLst>
          </p:cNvPr>
          <p:cNvPicPr>
            <a:picLocks noChangeAspect="1"/>
          </p:cNvPicPr>
          <p:nvPr/>
        </p:nvPicPr>
        <p:blipFill>
          <a:blip r:embed="rId2"/>
          <a:stretch>
            <a:fillRect/>
          </a:stretch>
        </p:blipFill>
        <p:spPr>
          <a:xfrm>
            <a:off x="577578" y="566373"/>
            <a:ext cx="8715012" cy="3529580"/>
          </a:xfrm>
          <a:prstGeom prst="rect">
            <a:avLst/>
          </a:prstGeom>
        </p:spPr>
      </p:pic>
    </p:spTree>
    <p:extLst>
      <p:ext uri="{BB962C8B-B14F-4D97-AF65-F5344CB8AC3E}">
        <p14:creationId xmlns:p14="http://schemas.microsoft.com/office/powerpoint/2010/main" val="2926368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14805E3-078A-7130-0C23-49AA05537B0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401" y="145734"/>
            <a:ext cx="5499579" cy="301257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C16AA7D-8FF2-690B-3A7C-E796F49448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0531" y="3429000"/>
            <a:ext cx="5814309" cy="318498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03565B8-8C1C-6AE4-F69A-FE38BED9922A}"/>
              </a:ext>
            </a:extLst>
          </p:cNvPr>
          <p:cNvSpPr txBox="1"/>
          <p:nvPr/>
        </p:nvSpPr>
        <p:spPr>
          <a:xfrm>
            <a:off x="5806440" y="240030"/>
            <a:ext cx="6160770" cy="3139321"/>
          </a:xfrm>
          <a:prstGeom prst="rect">
            <a:avLst/>
          </a:prstGeom>
          <a:noFill/>
        </p:spPr>
        <p:txBody>
          <a:bodyPr wrap="square" rtlCol="0">
            <a:spAutoFit/>
          </a:bodyPr>
          <a:lstStyle/>
          <a:p>
            <a:r>
              <a:rPr lang="en-US" b="1" dirty="0"/>
              <a:t> Distribution of Participation Rate (%)</a:t>
            </a:r>
          </a:p>
          <a:p>
            <a:pPr marL="285750" indent="-285750">
              <a:buFont typeface="Wingdings" panose="05000000000000000000" pitchFamily="2" charset="2"/>
              <a:buChar char="v"/>
            </a:pPr>
            <a:r>
              <a:rPr lang="en-US" dirty="0"/>
              <a:t>Most questions have a </a:t>
            </a:r>
            <a:r>
              <a:rPr lang="en-US" b="1" dirty="0"/>
              <a:t>low to moderate participation rate</a:t>
            </a:r>
            <a:r>
              <a:rPr lang="en-US" dirty="0"/>
              <a:t> (roughly 5–30%).</a:t>
            </a:r>
          </a:p>
          <a:p>
            <a:pPr marL="285750" indent="-285750">
              <a:buFont typeface="Wingdings" panose="05000000000000000000" pitchFamily="2" charset="2"/>
              <a:buChar char="v"/>
            </a:pPr>
            <a:r>
              <a:rPr lang="en-US" dirty="0"/>
              <a:t>A smaller number of questions have </a:t>
            </a:r>
            <a:r>
              <a:rPr lang="en-US" b="1" dirty="0"/>
              <a:t>high participation</a:t>
            </a:r>
            <a:r>
              <a:rPr lang="en-US" dirty="0"/>
              <a:t> (50–75%).</a:t>
            </a:r>
          </a:p>
          <a:p>
            <a:pPr marL="285750" indent="-285750">
              <a:buFont typeface="Wingdings" panose="05000000000000000000" pitchFamily="2" charset="2"/>
              <a:buChar char="v"/>
            </a:pPr>
            <a:endParaRPr lang="en-US" dirty="0"/>
          </a:p>
          <a:p>
            <a:r>
              <a:rPr lang="en-US" dirty="0"/>
              <a:t>✅ </a:t>
            </a:r>
            <a:r>
              <a:rPr lang="en-US" b="1" dirty="0"/>
              <a:t>Insight:</a:t>
            </a:r>
            <a:br>
              <a:rPr lang="en-US" dirty="0"/>
            </a:br>
            <a:r>
              <a:rPr lang="en-US" dirty="0"/>
              <a:t>Student engagement varies widely across courses and questions. Some events or surveys attract significantly more responses than others.</a:t>
            </a:r>
          </a:p>
          <a:p>
            <a:endParaRPr lang="en-IN" dirty="0"/>
          </a:p>
        </p:txBody>
      </p:sp>
      <p:sp>
        <p:nvSpPr>
          <p:cNvPr id="7" name="TextBox 6">
            <a:extLst>
              <a:ext uri="{FF2B5EF4-FFF2-40B4-BE49-F238E27FC236}">
                <a16:creationId xmlns:a16="http://schemas.microsoft.com/office/drawing/2014/main" id="{45AFDDE1-E86D-6C09-DC9E-274360C162EC}"/>
              </a:ext>
            </a:extLst>
          </p:cNvPr>
          <p:cNvSpPr txBox="1"/>
          <p:nvPr/>
        </p:nvSpPr>
        <p:spPr>
          <a:xfrm>
            <a:off x="137160" y="3543300"/>
            <a:ext cx="5814309" cy="2862322"/>
          </a:xfrm>
          <a:prstGeom prst="rect">
            <a:avLst/>
          </a:prstGeom>
          <a:noFill/>
        </p:spPr>
        <p:txBody>
          <a:bodyPr wrap="square" rtlCol="0">
            <a:spAutoFit/>
          </a:bodyPr>
          <a:lstStyle/>
          <a:p>
            <a:r>
              <a:rPr lang="en-US" b="1" dirty="0"/>
              <a:t>Distribution of Average Score (</a:t>
            </a:r>
            <a:r>
              <a:rPr lang="en-US" b="1" dirty="0" err="1"/>
              <a:t>Avg_Score</a:t>
            </a:r>
            <a:r>
              <a:rPr lang="en-US" b="1" dirty="0"/>
              <a:t>)</a:t>
            </a:r>
          </a:p>
          <a:p>
            <a:pPr marL="285750" indent="-285750">
              <a:buFont typeface="Wingdings" panose="05000000000000000000" pitchFamily="2" charset="2"/>
              <a:buChar char="v"/>
            </a:pPr>
            <a:r>
              <a:rPr lang="en-US" dirty="0"/>
              <a:t>The scores are </a:t>
            </a:r>
            <a:r>
              <a:rPr lang="en-US" b="1" dirty="0"/>
              <a:t>centered between 3.5 and 4.5</a:t>
            </a:r>
            <a:r>
              <a:rPr lang="en-US" dirty="0"/>
              <a:t>.</a:t>
            </a:r>
          </a:p>
          <a:p>
            <a:pPr marL="285750" indent="-285750">
              <a:buFont typeface="Wingdings" panose="05000000000000000000" pitchFamily="2" charset="2"/>
              <a:buChar char="v"/>
            </a:pPr>
            <a:r>
              <a:rPr lang="en-US" dirty="0"/>
              <a:t>Very few questions fall below 2.5.</a:t>
            </a:r>
          </a:p>
          <a:p>
            <a:pPr marL="285750" indent="-285750">
              <a:buFont typeface="Wingdings" panose="05000000000000000000" pitchFamily="2" charset="2"/>
              <a:buChar char="v"/>
            </a:pPr>
            <a:r>
              <a:rPr lang="en-US" dirty="0"/>
              <a:t>The distribution is slightly </a:t>
            </a:r>
            <a:r>
              <a:rPr lang="en-US" b="1" dirty="0"/>
              <a:t>left-skewed toward higher scores</a:t>
            </a:r>
            <a:r>
              <a:rPr lang="en-US" dirty="0"/>
              <a:t>.</a:t>
            </a:r>
          </a:p>
          <a:p>
            <a:endParaRPr lang="en-US" dirty="0"/>
          </a:p>
          <a:p>
            <a:r>
              <a:rPr lang="en-US" dirty="0"/>
              <a:t>✅ </a:t>
            </a:r>
            <a:r>
              <a:rPr lang="en-US" b="1" dirty="0"/>
              <a:t>Insight:</a:t>
            </a:r>
            <a:br>
              <a:rPr lang="en-US" dirty="0"/>
            </a:br>
            <a:r>
              <a:rPr lang="en-US" dirty="0"/>
              <a:t>Overall satisfaction is </a:t>
            </a:r>
            <a:r>
              <a:rPr lang="en-US" b="1" dirty="0"/>
              <a:t>moderate to high</a:t>
            </a:r>
            <a:r>
              <a:rPr lang="en-US" dirty="0"/>
              <a:t>, indicating that most students rated events positively.</a:t>
            </a:r>
          </a:p>
          <a:p>
            <a:endParaRPr lang="en-IN" dirty="0"/>
          </a:p>
        </p:txBody>
      </p:sp>
    </p:spTree>
    <p:extLst>
      <p:ext uri="{BB962C8B-B14F-4D97-AF65-F5344CB8AC3E}">
        <p14:creationId xmlns:p14="http://schemas.microsoft.com/office/powerpoint/2010/main" val="2422060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a:extLst>
              <a:ext uri="{FF2B5EF4-FFF2-40B4-BE49-F238E27FC236}">
                <a16:creationId xmlns:a16="http://schemas.microsoft.com/office/drawing/2014/main" id="{A0004107-3D34-BB44-DC0F-D95312432FB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 y="88043"/>
            <a:ext cx="10515600" cy="412318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ABE8BDF-EDD2-0FD4-1E8A-74CAE6356E1A}"/>
              </a:ext>
            </a:extLst>
          </p:cNvPr>
          <p:cNvSpPr txBox="1"/>
          <p:nvPr/>
        </p:nvSpPr>
        <p:spPr>
          <a:xfrm>
            <a:off x="1143000" y="4184634"/>
            <a:ext cx="8972550" cy="2585323"/>
          </a:xfrm>
          <a:prstGeom prst="rect">
            <a:avLst/>
          </a:prstGeom>
          <a:noFill/>
        </p:spPr>
        <p:txBody>
          <a:bodyPr wrap="square" rtlCol="0">
            <a:spAutoFit/>
          </a:bodyPr>
          <a:lstStyle/>
          <a:p>
            <a:r>
              <a:rPr lang="en-US" b="1" dirty="0"/>
              <a:t>Average Satisfaction Score by Basic Course (Middle-Left)</a:t>
            </a:r>
          </a:p>
          <a:p>
            <a:r>
              <a:rPr lang="en-US" dirty="0"/>
              <a:t>Courses like </a:t>
            </a:r>
            <a:r>
              <a:rPr lang="en-US" b="1" dirty="0"/>
              <a:t>MSc Information Technology, </a:t>
            </a:r>
            <a:r>
              <a:rPr lang="en-US" b="1" dirty="0" err="1"/>
              <a:t>B.Com</a:t>
            </a:r>
            <a:r>
              <a:rPr lang="en-US" b="1" dirty="0"/>
              <a:t> (Banking &amp; Insurance), and BA</a:t>
            </a:r>
            <a:r>
              <a:rPr lang="en-US" dirty="0"/>
              <a:t> show </a:t>
            </a:r>
            <a:r>
              <a:rPr lang="en-US" b="1" dirty="0"/>
              <a:t>higher average satisfaction</a:t>
            </a:r>
            <a:r>
              <a:rPr lang="en-US" dirty="0"/>
              <a:t>.</a:t>
            </a:r>
          </a:p>
          <a:p>
            <a:r>
              <a:rPr lang="en-US" dirty="0"/>
              <a:t>Some courses (e.g., </a:t>
            </a:r>
            <a:r>
              <a:rPr lang="en-US" b="1" dirty="0"/>
              <a:t>MSc Data Science</a:t>
            </a:r>
            <a:r>
              <a:rPr lang="en-US" dirty="0"/>
              <a:t>) have comparatively </a:t>
            </a:r>
            <a:r>
              <a:rPr lang="en-US" b="1" dirty="0"/>
              <a:t>lower average scores</a:t>
            </a:r>
            <a:r>
              <a:rPr lang="en-US" dirty="0"/>
              <a:t>.</a:t>
            </a:r>
          </a:p>
          <a:p>
            <a:endParaRPr lang="en-US" dirty="0"/>
          </a:p>
          <a:p>
            <a:r>
              <a:rPr lang="en-US" dirty="0"/>
              <a:t>✅ </a:t>
            </a:r>
            <a:r>
              <a:rPr lang="en-US" b="1" dirty="0"/>
              <a:t>Insight:</a:t>
            </a:r>
            <a:br>
              <a:rPr lang="en-US" dirty="0"/>
            </a:br>
            <a:r>
              <a:rPr lang="en-US" dirty="0"/>
              <a:t>Student satisfaction differs by course, which helps administrators target </a:t>
            </a:r>
            <a:r>
              <a:rPr lang="en-US" b="1" dirty="0"/>
              <a:t>course-specific improvements</a:t>
            </a:r>
            <a:r>
              <a:rPr lang="en-US" dirty="0"/>
              <a:t>.</a:t>
            </a:r>
          </a:p>
          <a:p>
            <a:endParaRPr lang="en-IN" dirty="0"/>
          </a:p>
        </p:txBody>
      </p:sp>
    </p:spTree>
    <p:extLst>
      <p:ext uri="{BB962C8B-B14F-4D97-AF65-F5344CB8AC3E}">
        <p14:creationId xmlns:p14="http://schemas.microsoft.com/office/powerpoint/2010/main" val="2621949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1A596477-B89A-7083-1D4C-BB94DA652E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4403" y="2388870"/>
            <a:ext cx="3797597" cy="208026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2">
            <a:extLst>
              <a:ext uri="{FF2B5EF4-FFF2-40B4-BE49-F238E27FC236}">
                <a16:creationId xmlns:a16="http://schemas.microsoft.com/office/drawing/2014/main" id="{90E96255-2A1B-2D93-3C2C-4AA4B27D05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 y="248430"/>
            <a:ext cx="4621285" cy="287196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a:extLst>
              <a:ext uri="{FF2B5EF4-FFF2-40B4-BE49-F238E27FC236}">
                <a16:creationId xmlns:a16="http://schemas.microsoft.com/office/drawing/2014/main" id="{F7E41CA5-0883-22C0-8BBB-59D7041C38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567" y="3931920"/>
            <a:ext cx="3902593" cy="21377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5D8A7CF-A0EE-BE2E-4231-B69457B23D0E}"/>
              </a:ext>
            </a:extLst>
          </p:cNvPr>
          <p:cNvSpPr txBox="1"/>
          <p:nvPr/>
        </p:nvSpPr>
        <p:spPr>
          <a:xfrm>
            <a:off x="8766810" y="4789170"/>
            <a:ext cx="3257550" cy="2308324"/>
          </a:xfrm>
          <a:prstGeom prst="rect">
            <a:avLst/>
          </a:prstGeom>
          <a:noFill/>
        </p:spPr>
        <p:txBody>
          <a:bodyPr wrap="square" rtlCol="0">
            <a:spAutoFit/>
          </a:bodyPr>
          <a:lstStyle/>
          <a:p>
            <a:r>
              <a:rPr lang="en-US" b="1" dirty="0"/>
              <a:t>Number of Questions by Satisfaction Level</a:t>
            </a:r>
          </a:p>
          <a:p>
            <a:r>
              <a:rPr lang="en-US" dirty="0"/>
              <a:t>✅ </a:t>
            </a:r>
            <a:r>
              <a:rPr lang="en-US" b="1" dirty="0"/>
              <a:t>Insight:</a:t>
            </a:r>
            <a:br>
              <a:rPr lang="en-US" dirty="0"/>
            </a:br>
            <a:r>
              <a:rPr lang="en-US" dirty="0"/>
              <a:t>Campus events generally meet student expectations, with only a small set of improvement areas.</a:t>
            </a:r>
          </a:p>
          <a:p>
            <a:endParaRPr lang="en-IN" dirty="0"/>
          </a:p>
        </p:txBody>
      </p:sp>
      <p:sp>
        <p:nvSpPr>
          <p:cNvPr id="8" name="TextBox 7">
            <a:extLst>
              <a:ext uri="{FF2B5EF4-FFF2-40B4-BE49-F238E27FC236}">
                <a16:creationId xmlns:a16="http://schemas.microsoft.com/office/drawing/2014/main" id="{6A02ABC2-66A3-29D6-12A0-961F84CC12B6}"/>
              </a:ext>
            </a:extLst>
          </p:cNvPr>
          <p:cNvSpPr txBox="1"/>
          <p:nvPr/>
        </p:nvSpPr>
        <p:spPr>
          <a:xfrm>
            <a:off x="4537923" y="3650099"/>
            <a:ext cx="3868123" cy="3416320"/>
          </a:xfrm>
          <a:prstGeom prst="rect">
            <a:avLst/>
          </a:prstGeom>
          <a:noFill/>
        </p:spPr>
        <p:txBody>
          <a:bodyPr wrap="square" rtlCol="0">
            <a:spAutoFit/>
          </a:bodyPr>
          <a:lstStyle/>
          <a:p>
            <a:r>
              <a:rPr lang="en-US" b="1" dirty="0"/>
              <a:t>Feedback Sentiment Distribution (NLP Output) </a:t>
            </a:r>
          </a:p>
          <a:p>
            <a:pPr marL="285750" indent="-285750">
              <a:buFont typeface="Wingdings" panose="05000000000000000000" pitchFamily="2" charset="2"/>
              <a:buChar char="v"/>
            </a:pPr>
            <a:r>
              <a:rPr lang="en-US" dirty="0"/>
              <a:t>Majority of feedback is </a:t>
            </a:r>
            <a:r>
              <a:rPr lang="en-US" b="1" dirty="0"/>
              <a:t>Positive</a:t>
            </a:r>
            <a:r>
              <a:rPr lang="en-US" dirty="0"/>
              <a:t>.</a:t>
            </a:r>
          </a:p>
          <a:p>
            <a:pPr marL="285750" indent="-285750">
              <a:buFont typeface="Wingdings" panose="05000000000000000000" pitchFamily="2" charset="2"/>
              <a:buChar char="v"/>
            </a:pPr>
            <a:r>
              <a:rPr lang="en-US" dirty="0"/>
              <a:t>A reasonable portion is </a:t>
            </a:r>
            <a:r>
              <a:rPr lang="en-US" b="1" dirty="0"/>
              <a:t>Neutral</a:t>
            </a:r>
            <a:r>
              <a:rPr lang="en-US" dirty="0"/>
              <a:t>.</a:t>
            </a:r>
          </a:p>
          <a:p>
            <a:pPr marL="285750" indent="-285750">
              <a:buFont typeface="Wingdings" panose="05000000000000000000" pitchFamily="2" charset="2"/>
              <a:buChar char="v"/>
            </a:pPr>
            <a:r>
              <a:rPr lang="en-US" dirty="0"/>
              <a:t>Very few responses are </a:t>
            </a:r>
            <a:r>
              <a:rPr lang="en-US" b="1" dirty="0"/>
              <a:t>Negative</a:t>
            </a:r>
            <a:r>
              <a:rPr lang="en-US" dirty="0"/>
              <a:t>.</a:t>
            </a:r>
          </a:p>
          <a:p>
            <a:endParaRPr lang="en-US" dirty="0"/>
          </a:p>
          <a:p>
            <a:r>
              <a:rPr lang="en-US" dirty="0"/>
              <a:t>✅ </a:t>
            </a:r>
            <a:r>
              <a:rPr lang="en-US" b="1" dirty="0"/>
              <a:t>Insight:</a:t>
            </a:r>
            <a:br>
              <a:rPr lang="en-US" dirty="0"/>
            </a:br>
            <a:r>
              <a:rPr lang="en-US" dirty="0"/>
              <a:t>NLP-based sentiment analysis confirms the numeric ratings — students generally have a positive perception of events.</a:t>
            </a:r>
          </a:p>
          <a:p>
            <a:endParaRPr lang="en-IN" dirty="0"/>
          </a:p>
        </p:txBody>
      </p:sp>
      <p:sp>
        <p:nvSpPr>
          <p:cNvPr id="9" name="TextBox 8">
            <a:extLst>
              <a:ext uri="{FF2B5EF4-FFF2-40B4-BE49-F238E27FC236}">
                <a16:creationId xmlns:a16="http://schemas.microsoft.com/office/drawing/2014/main" id="{9A668913-9A12-69DE-63FC-926446078585}"/>
              </a:ext>
            </a:extLst>
          </p:cNvPr>
          <p:cNvSpPr txBox="1"/>
          <p:nvPr/>
        </p:nvSpPr>
        <p:spPr>
          <a:xfrm>
            <a:off x="5223510" y="262890"/>
            <a:ext cx="6583680" cy="2585323"/>
          </a:xfrm>
          <a:prstGeom prst="rect">
            <a:avLst/>
          </a:prstGeom>
          <a:noFill/>
        </p:spPr>
        <p:txBody>
          <a:bodyPr wrap="square" rtlCol="0">
            <a:spAutoFit/>
          </a:bodyPr>
          <a:lstStyle/>
          <a:p>
            <a:r>
              <a:rPr lang="en-US" b="1" dirty="0"/>
              <a:t>Total Responses by Weightage </a:t>
            </a:r>
          </a:p>
          <a:p>
            <a:endParaRPr lang="en-US" b="1" dirty="0"/>
          </a:p>
          <a:p>
            <a:pPr marL="285750" indent="-285750">
              <a:buFont typeface="Wingdings" panose="05000000000000000000" pitchFamily="2" charset="2"/>
              <a:buChar char="v"/>
            </a:pPr>
            <a:r>
              <a:rPr lang="en-US" b="1" dirty="0"/>
              <a:t>Weightage 4 and 5</a:t>
            </a:r>
            <a:r>
              <a:rPr lang="en-US" dirty="0"/>
              <a:t> dominate the responses.</a:t>
            </a:r>
          </a:p>
          <a:p>
            <a:pPr marL="285750" indent="-285750">
              <a:buFont typeface="Wingdings" panose="05000000000000000000" pitchFamily="2" charset="2"/>
              <a:buChar char="v"/>
            </a:pPr>
            <a:r>
              <a:rPr lang="en-US" dirty="0"/>
              <a:t>Very few students selected </a:t>
            </a:r>
            <a:r>
              <a:rPr lang="en-US" b="1" dirty="0"/>
              <a:t>Weightage 1 or 2</a:t>
            </a:r>
            <a:r>
              <a:rPr lang="en-US" dirty="0"/>
              <a:t>.</a:t>
            </a:r>
          </a:p>
          <a:p>
            <a:endParaRPr lang="en-US" dirty="0"/>
          </a:p>
          <a:p>
            <a:r>
              <a:rPr lang="en-US" dirty="0"/>
              <a:t>✅ </a:t>
            </a:r>
            <a:r>
              <a:rPr lang="en-US" b="1" dirty="0"/>
              <a:t>Insight:</a:t>
            </a:r>
            <a:br>
              <a:rPr lang="en-US" dirty="0"/>
            </a:br>
            <a:r>
              <a:rPr lang="en-US" dirty="0"/>
              <a:t>Most students rated events as </a:t>
            </a:r>
            <a:r>
              <a:rPr lang="en-US" b="1" dirty="0"/>
              <a:t>good or excellent</a:t>
            </a:r>
            <a:r>
              <a:rPr lang="en-US" dirty="0"/>
              <a:t>, reinforcing the overall positive feedback trend.</a:t>
            </a:r>
          </a:p>
          <a:p>
            <a:endParaRPr lang="en-IN" dirty="0"/>
          </a:p>
        </p:txBody>
      </p:sp>
    </p:spTree>
    <p:extLst>
      <p:ext uri="{BB962C8B-B14F-4D97-AF65-F5344CB8AC3E}">
        <p14:creationId xmlns:p14="http://schemas.microsoft.com/office/powerpoint/2010/main" val="2931541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51D3F-C9AA-8F8D-34FF-7F03CC2F2EFE}"/>
              </a:ext>
            </a:extLst>
          </p:cNvPr>
          <p:cNvSpPr>
            <a:spLocks noGrp="1"/>
          </p:cNvSpPr>
          <p:nvPr>
            <p:ph type="title"/>
          </p:nvPr>
        </p:nvSpPr>
        <p:spPr>
          <a:xfrm>
            <a:off x="838200" y="365125"/>
            <a:ext cx="2602230" cy="1325563"/>
          </a:xfrm>
        </p:spPr>
        <p:txBody>
          <a:bodyPr/>
          <a:lstStyle/>
          <a:p>
            <a:r>
              <a:rPr lang="en-IN" b="1" dirty="0"/>
              <a:t>Result</a:t>
            </a:r>
          </a:p>
        </p:txBody>
      </p:sp>
      <p:sp>
        <p:nvSpPr>
          <p:cNvPr id="3" name="Content Placeholder 2">
            <a:extLst>
              <a:ext uri="{FF2B5EF4-FFF2-40B4-BE49-F238E27FC236}">
                <a16:creationId xmlns:a16="http://schemas.microsoft.com/office/drawing/2014/main" id="{926D5DFD-7A43-D989-3021-2687AED2322D}"/>
              </a:ext>
            </a:extLst>
          </p:cNvPr>
          <p:cNvSpPr>
            <a:spLocks noGrp="1"/>
          </p:cNvSpPr>
          <p:nvPr>
            <p:ph idx="1"/>
          </p:nvPr>
        </p:nvSpPr>
        <p:spPr>
          <a:xfrm>
            <a:off x="838200" y="1825625"/>
            <a:ext cx="10515600" cy="1786255"/>
          </a:xfrm>
        </p:spPr>
        <p:txBody>
          <a:bodyPr>
            <a:normAutofit/>
          </a:bodyPr>
          <a:lstStyle/>
          <a:p>
            <a:r>
              <a:rPr lang="en-US" sz="1800" dirty="0"/>
              <a:t>The EDA and NLP analysis show that student feedback is largely positive, with average satisfaction scores concentrated between 3.5 and 4.5 and sentiment analysis dominated by positive responses. Participation rates vary significantly across courses, highlighting engagement gaps. While most events are rated good to excellent, a small number of low-scoring questions and courses indicate clear opportunities for targeted improvements.</a:t>
            </a:r>
            <a:endParaRPr lang="en-IN" sz="1800" dirty="0"/>
          </a:p>
        </p:txBody>
      </p:sp>
      <p:sp>
        <p:nvSpPr>
          <p:cNvPr id="6" name="TextBox 5">
            <a:extLst>
              <a:ext uri="{FF2B5EF4-FFF2-40B4-BE49-F238E27FC236}">
                <a16:creationId xmlns:a16="http://schemas.microsoft.com/office/drawing/2014/main" id="{3C62FB06-B70E-131E-90AD-A9C24FE17F21}"/>
              </a:ext>
            </a:extLst>
          </p:cNvPr>
          <p:cNvSpPr txBox="1"/>
          <p:nvPr/>
        </p:nvSpPr>
        <p:spPr>
          <a:xfrm>
            <a:off x="838200" y="3611880"/>
            <a:ext cx="10218420" cy="923330"/>
          </a:xfrm>
          <a:prstGeom prst="rect">
            <a:avLst/>
          </a:prstGeom>
          <a:noFill/>
        </p:spPr>
        <p:txBody>
          <a:bodyPr wrap="square" rtlCol="0">
            <a:spAutoFit/>
          </a:bodyPr>
          <a:lstStyle/>
          <a:p>
            <a:pPr marL="285750" indent="-285750">
              <a:buFont typeface="Arial" panose="020B0604020202020204" pitchFamily="34" charset="0"/>
              <a:buChar char="•"/>
            </a:pPr>
            <a:r>
              <a:rPr lang="en-US" dirty="0"/>
              <a:t>The EDA shows that student feedback is largely positive, with an average satisfaction score of ~3.8/5 (≈77%), though participation and satisfaction vary significantly across courses, highlighting specific areas for improvement.</a:t>
            </a:r>
            <a:endParaRPr lang="en-IN" dirty="0"/>
          </a:p>
        </p:txBody>
      </p:sp>
    </p:spTree>
    <p:extLst>
      <p:ext uri="{BB962C8B-B14F-4D97-AF65-F5344CB8AC3E}">
        <p14:creationId xmlns:p14="http://schemas.microsoft.com/office/powerpoint/2010/main" val="3353666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469</Words>
  <Application>Microsoft Office PowerPoint</Application>
  <PresentationFormat>Widescreen</PresentationFormat>
  <Paragraphs>41</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Wingdings</vt:lpstr>
      <vt:lpstr>Office Theme</vt:lpstr>
      <vt:lpstr>📊 Interpretation of df.describe() </vt:lpstr>
      <vt:lpstr>PowerPoint Presentation</vt:lpstr>
      <vt:lpstr>PowerPoint Presentation</vt:lpstr>
      <vt:lpstr>PowerPoint Presentation</vt:lpstr>
      <vt:lpstr>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Keerthana M</dc:creator>
  <cp:lastModifiedBy>Keerthana M</cp:lastModifiedBy>
  <cp:revision>1</cp:revision>
  <dcterms:created xsi:type="dcterms:W3CDTF">2025-12-28T12:08:52Z</dcterms:created>
  <dcterms:modified xsi:type="dcterms:W3CDTF">2025-12-28T13:56:23Z</dcterms:modified>
</cp:coreProperties>
</file>